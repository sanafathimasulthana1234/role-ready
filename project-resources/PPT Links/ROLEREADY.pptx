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8" r:id="rId8"/>
    <p:sldId id="263" r:id="rId9"/>
    <p:sldId id="264" r:id="rId10"/>
    <p:sldId id="269" r:id="rId11"/>
    <p:sldId id="265" r:id="rId12"/>
    <p:sldId id="266" r:id="rId13"/>
    <p:sldId id="270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6922" y="715616"/>
            <a:ext cx="7659756" cy="1378227"/>
          </a:xfrm>
        </p:spPr>
        <p:txBody>
          <a:bodyPr/>
          <a:lstStyle/>
          <a:p>
            <a:r>
              <a:rPr lang="en-US" sz="80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ROLEREADY</a:t>
            </a:r>
            <a:endParaRPr lang="en-US" sz="8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683027" y="2332382"/>
            <a:ext cx="8401879" cy="2862470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/>
                </a:solidFill>
              </a:rPr>
              <a:t>Presented </a:t>
            </a:r>
            <a:r>
              <a:rPr lang="en-US" sz="3600" dirty="0">
                <a:solidFill>
                  <a:schemeClr val="tx2"/>
                </a:solidFill>
              </a:rPr>
              <a:t>by</a:t>
            </a:r>
          </a:p>
          <a:p>
            <a:r>
              <a:rPr lang="en-US" sz="3600" dirty="0"/>
              <a:t>                              </a:t>
            </a:r>
            <a:r>
              <a:rPr lang="en-US" sz="3600" dirty="0" err="1">
                <a:solidFill>
                  <a:srgbClr val="002060"/>
                </a:solidFill>
              </a:rPr>
              <a:t>Sk.Sabiha</a:t>
            </a:r>
            <a:endParaRPr lang="en-US" sz="3600" dirty="0">
              <a:solidFill>
                <a:srgbClr val="002060"/>
              </a:solidFill>
            </a:endParaRPr>
          </a:p>
          <a:p>
            <a:r>
              <a:rPr lang="en-US" sz="3600" dirty="0">
                <a:solidFill>
                  <a:srgbClr val="002060"/>
                </a:solidFill>
              </a:rPr>
              <a:t>                            </a:t>
            </a:r>
            <a:r>
              <a:rPr lang="en-US" sz="3600" dirty="0" err="1">
                <a:solidFill>
                  <a:srgbClr val="002060"/>
                </a:solidFill>
              </a:rPr>
              <a:t>Sd.Shabnam</a:t>
            </a:r>
            <a:endParaRPr lang="en-US" sz="3600" dirty="0">
              <a:solidFill>
                <a:srgbClr val="002060"/>
              </a:solidFill>
            </a:endParaRPr>
          </a:p>
          <a:p>
            <a:r>
              <a:rPr lang="en-US" sz="3600" dirty="0">
                <a:solidFill>
                  <a:srgbClr val="002060"/>
                </a:solidFill>
              </a:rPr>
              <a:t>                        </a:t>
            </a:r>
            <a:r>
              <a:rPr lang="en-US" sz="3600" dirty="0" err="1">
                <a:solidFill>
                  <a:srgbClr val="002060"/>
                </a:solidFill>
              </a:rPr>
              <a:t>Md.Sana</a:t>
            </a: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endParaRPr lang="en-US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86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78" y="649358"/>
            <a:ext cx="8282610" cy="980660"/>
          </a:xfrm>
        </p:spPr>
        <p:txBody>
          <a:bodyPr>
            <a:normAutofit/>
          </a:bodyPr>
          <a:lstStyle/>
          <a:p>
            <a:r>
              <a:rPr lang="en-US" sz="4000" i="1" dirty="0" smtClean="0">
                <a:solidFill>
                  <a:srgbClr val="FFC000"/>
                </a:solidFill>
              </a:rPr>
              <a:t>Introduction of the project</a:t>
            </a:r>
            <a:endParaRPr lang="en-US" sz="4000" i="1" dirty="0">
              <a:solidFill>
                <a:srgbClr val="FFC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1791" y="1624140"/>
            <a:ext cx="9130747" cy="3734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RoleReady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is a full-stack web application designed to help students prepare for their desired job roles by identifying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skill gaps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and tracking their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learning progress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allows students to select a target job role, update their existing skills, identify missing skills required for that role, and monitor their preparation through a personalized learning checklist and dashboard.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main aim of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RoleReady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is to make placement preparation more structured, organized, and accessible by helping students understand which skills they need to develop to become job-ready.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46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74" y="503583"/>
            <a:ext cx="7699513" cy="755374"/>
          </a:xfrm>
        </p:spPr>
        <p:txBody>
          <a:bodyPr>
            <a:normAutofit/>
          </a:bodyPr>
          <a:lstStyle/>
          <a:p>
            <a:r>
              <a:rPr lang="en-US" i="1" dirty="0" smtClean="0">
                <a:solidFill>
                  <a:srgbClr val="FFC000"/>
                </a:solidFill>
              </a:rPr>
              <a:t>Problem Statement </a:t>
            </a:r>
            <a:endParaRPr lang="en-US" i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809" y="1391479"/>
            <a:ext cx="8690907" cy="400887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Many students face difficulties in identifying the technical skills required for their desired job roles.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Students often lack clarity about which skills they already possess and which skills they need to improve.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There is no proper way to compare existing skills with the requirements of a specific job role.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Students find it difficult to organize their learning activities and track their preparation progress.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Therefore, a platform is needed to identify skill gaps and help students track their journey towards becoming job-ready.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69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542" y="410818"/>
            <a:ext cx="8108859" cy="901148"/>
          </a:xfrm>
        </p:spPr>
        <p:txBody>
          <a:bodyPr/>
          <a:lstStyle/>
          <a:p>
            <a:r>
              <a:rPr lang="en-US" i="1" dirty="0" smtClean="0">
                <a:solidFill>
                  <a:srgbClr val="FFC000"/>
                </a:solidFill>
              </a:rPr>
              <a:t> Objective</a:t>
            </a:r>
            <a:endParaRPr lang="en-US" i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542" y="1311965"/>
            <a:ext cx="8596668" cy="5022573"/>
          </a:xfrm>
        </p:spPr>
        <p:txBody>
          <a:bodyPr>
            <a:no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provide a platform for students to prepare for their desired job roles.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help students select a target job role and identify the skills required for it.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allow students to add and update their existing technical skills.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identify skill gaps by comparing existing skills with job role requirements.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provide a personalized learning checklist to improve missing skills.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track learning progress through an interactive dashboard.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make placement preparation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structured,personalized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and effective.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61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557" y="503583"/>
            <a:ext cx="8929446" cy="543339"/>
          </a:xfrm>
        </p:spPr>
        <p:txBody>
          <a:bodyPr>
            <a:normAutofit fontScale="90000"/>
          </a:bodyPr>
          <a:lstStyle/>
          <a:p>
            <a:r>
              <a:rPr lang="en-US" i="1" dirty="0" smtClean="0">
                <a:solidFill>
                  <a:srgbClr val="FFC000"/>
                </a:solidFill>
              </a:rPr>
              <a:t>System Overview</a:t>
            </a:r>
            <a:endParaRPr lang="en-US" i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557" y="1205948"/>
            <a:ext cx="8836679" cy="5088835"/>
          </a:xfrm>
        </p:spPr>
        <p:txBody>
          <a:bodyPr>
            <a:no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Students can register and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login to access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platform to manage their placement preparation.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Users can select a target job role, such as Frontend Developer, Backend Developer, or Java Developer.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Students can select and update their existing technical skills.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system compares existing skills with predefined job role requirements to identify skill gaps.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Based on the missing skills, the system provides a learning checklist to guide students.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dashboard displays matched skills, missing skills, and learning progress.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Student details and preparation progress are stored in a MySQL database.</a:t>
            </a:r>
          </a:p>
        </p:txBody>
      </p:sp>
    </p:spTree>
    <p:extLst>
      <p:ext uri="{BB962C8B-B14F-4D97-AF65-F5344CB8AC3E}">
        <p14:creationId xmlns:p14="http://schemas.microsoft.com/office/powerpoint/2010/main" val="394002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30" y="545549"/>
            <a:ext cx="8664402" cy="660400"/>
          </a:xfrm>
        </p:spPr>
        <p:txBody>
          <a:bodyPr/>
          <a:lstStyle/>
          <a:p>
            <a:r>
              <a:rPr lang="en-US" i="1" dirty="0" smtClean="0">
                <a:solidFill>
                  <a:srgbClr val="FFC000"/>
                </a:solidFill>
              </a:rPr>
              <a:t>Technologies and Tools</a:t>
            </a:r>
            <a:endParaRPr lang="en-US" i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331" y="1205949"/>
            <a:ext cx="8783672" cy="48354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React.js – Used to develop the frontend and interactive user interface.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Node.js – Used to run the backend JavaScript environment.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Express.js – Used to create APIs and handle server-side requests.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MySQL – Used to store student details, job roles, skills, and learning progress.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HTML, CSS and JavaScript – Used for structuring, styling, and adding functionality to the web application.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Development Tools: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Visual Studio Code – Used for writing and managing project code.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GitHub – Used for version control and storing project source code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Vercel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Used for frontend deployment.</a:t>
            </a:r>
          </a:p>
        </p:txBody>
      </p:sp>
    </p:spTree>
    <p:extLst>
      <p:ext uri="{BB962C8B-B14F-4D97-AF65-F5344CB8AC3E}">
        <p14:creationId xmlns:p14="http://schemas.microsoft.com/office/powerpoint/2010/main" val="2890795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104" y="410818"/>
            <a:ext cx="8637898" cy="914400"/>
          </a:xfrm>
        </p:spPr>
        <p:txBody>
          <a:bodyPr/>
          <a:lstStyle/>
          <a:p>
            <a:r>
              <a:rPr lang="en-US" i="1" dirty="0" smtClean="0">
                <a:solidFill>
                  <a:srgbClr val="FFC000"/>
                </a:solidFill>
              </a:rPr>
              <a:t>              System Architecture</a:t>
            </a:r>
            <a:endParaRPr lang="en-US" i="1" dirty="0">
              <a:solidFill>
                <a:srgbClr val="FFC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929" y="1417983"/>
            <a:ext cx="4093342" cy="4624042"/>
          </a:xfrm>
        </p:spPr>
      </p:pic>
    </p:spTree>
    <p:extLst>
      <p:ext uri="{BB962C8B-B14F-4D97-AF65-F5344CB8AC3E}">
        <p14:creationId xmlns:p14="http://schemas.microsoft.com/office/powerpoint/2010/main" val="33261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087" y="596348"/>
            <a:ext cx="8743915" cy="689113"/>
          </a:xfrm>
        </p:spPr>
        <p:txBody>
          <a:bodyPr/>
          <a:lstStyle/>
          <a:p>
            <a:r>
              <a:rPr lang="en-US" i="1" dirty="0" smtClean="0">
                <a:solidFill>
                  <a:srgbClr val="FFC000"/>
                </a:solidFill>
              </a:rPr>
              <a:t>             Work Flow of </a:t>
            </a:r>
            <a:r>
              <a:rPr lang="en-US" i="1" dirty="0" err="1" smtClean="0">
                <a:solidFill>
                  <a:srgbClr val="FFC000"/>
                </a:solidFill>
              </a:rPr>
              <a:t>RoleReady</a:t>
            </a:r>
            <a:endParaRPr lang="en-US" i="1" dirty="0">
              <a:solidFill>
                <a:srgbClr val="FFC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774" y="1511300"/>
            <a:ext cx="3454489" cy="4530725"/>
          </a:xfrm>
        </p:spPr>
      </p:pic>
    </p:spTree>
    <p:extLst>
      <p:ext uri="{BB962C8B-B14F-4D97-AF65-F5344CB8AC3E}">
        <p14:creationId xmlns:p14="http://schemas.microsoft.com/office/powerpoint/2010/main" val="43837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39" y="-498019"/>
            <a:ext cx="8706439" cy="498020"/>
          </a:xfrm>
        </p:spPr>
        <p:txBody>
          <a:bodyPr>
            <a:normAutofit fontScale="90000"/>
          </a:bodyPr>
          <a:lstStyle/>
          <a:p>
            <a:endParaRPr lang="en-US" i="1" dirty="0">
              <a:solidFill>
                <a:srgbClr val="FFC000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64" y="530087"/>
            <a:ext cx="8945300" cy="5115339"/>
          </a:xfrm>
        </p:spPr>
      </p:pic>
    </p:spTree>
    <p:extLst>
      <p:ext uri="{BB962C8B-B14F-4D97-AF65-F5344CB8AC3E}">
        <p14:creationId xmlns:p14="http://schemas.microsoft.com/office/powerpoint/2010/main" val="2624914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4643"/>
          </a:xfrm>
        </p:spPr>
        <p:txBody>
          <a:bodyPr/>
          <a:lstStyle/>
          <a:p>
            <a:r>
              <a:rPr lang="en-US" i="1" dirty="0" smtClean="0">
                <a:solidFill>
                  <a:srgbClr val="FFC000"/>
                </a:solidFill>
              </a:rPr>
              <a:t>                 User Interface</a:t>
            </a:r>
            <a:endParaRPr lang="en-US" i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4243"/>
            <a:ext cx="8596668" cy="4797287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Login and Registration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Allows students to create an account and access the application.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Displays matched skills, missing skills, and learning progress.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Job Role Selection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Allows students to choose their desired job role.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Skills Selection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Enables students to add and update their existing skills.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Skill Gap Analysis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Displays the skills that students need to improve.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Learning Checklist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Helps students monitor their learning activities.</a:t>
            </a:r>
          </a:p>
        </p:txBody>
      </p:sp>
    </p:spTree>
    <p:extLst>
      <p:ext uri="{BB962C8B-B14F-4D97-AF65-F5344CB8AC3E}">
        <p14:creationId xmlns:p14="http://schemas.microsoft.com/office/powerpoint/2010/main" val="729909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7" y="901148"/>
            <a:ext cx="8874963" cy="609599"/>
          </a:xfrm>
        </p:spPr>
        <p:txBody>
          <a:bodyPr>
            <a:normAutofit fontScale="90000"/>
          </a:bodyPr>
          <a:lstStyle/>
          <a:p>
            <a:r>
              <a:rPr lang="en-US" i="1" dirty="0" smtClean="0">
                <a:solidFill>
                  <a:srgbClr val="FFC000"/>
                </a:solidFill>
              </a:rPr>
              <a:t> Advantages</a:t>
            </a:r>
            <a:endParaRPr lang="en-US" i="1" dirty="0">
              <a:solidFill>
                <a:srgbClr val="FFC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8052" y="1929796"/>
            <a:ext cx="8203096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students understand the skills required for their desired job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missing skills by comparing existing skills with job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clear learning checklist to improve technical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students organize their placement preparation.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learning progress through a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simple and user-friendly platform for job preparation</a:t>
            </a:r>
          </a:p>
        </p:txBody>
      </p:sp>
    </p:spTree>
    <p:extLst>
      <p:ext uri="{BB962C8B-B14F-4D97-AF65-F5344CB8AC3E}">
        <p14:creationId xmlns:p14="http://schemas.microsoft.com/office/powerpoint/2010/main" val="3671644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35" y="609600"/>
            <a:ext cx="8757167" cy="821635"/>
          </a:xfrm>
        </p:spPr>
        <p:txBody>
          <a:bodyPr/>
          <a:lstStyle/>
          <a:p>
            <a:r>
              <a:rPr lang="en-US" i="1" dirty="0" smtClean="0">
                <a:solidFill>
                  <a:srgbClr val="FFC000"/>
                </a:solidFill>
              </a:rPr>
              <a:t>Challenges Faced</a:t>
            </a:r>
            <a:endParaRPr lang="en-US" i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35" y="1709531"/>
            <a:ext cx="8757167" cy="4331832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Designing a simple and user-friendly interface.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Connecting the React frontend with the Node.js and Express.js backend.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Managing student details and skill information in the MySQL database.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Implementing skill gap analysis by comparing existing skills with job requirements.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Maintaining accurate data flow between the frontend, backend, and database.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Testing the application and identifying errors during development.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829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339" y="609600"/>
            <a:ext cx="8730663" cy="649357"/>
          </a:xfrm>
        </p:spPr>
        <p:txBody>
          <a:bodyPr/>
          <a:lstStyle/>
          <a:p>
            <a:r>
              <a:rPr lang="en-US" i="1" dirty="0" smtClean="0">
                <a:solidFill>
                  <a:srgbClr val="FFC000"/>
                </a:solidFill>
              </a:rPr>
              <a:t>           Future Enhancements</a:t>
            </a:r>
            <a:endParaRPr lang="en-US" i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339" y="1484244"/>
            <a:ext cx="8730663" cy="390939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Integrate AI-based personalized learning recommendations.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Add more job roles and industry-specific skill requirements.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Provide learning resources for missing skills.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Introduce resume analysis and improvement suggestions.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Add progress reports to monitor student development.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Include job and internship opportunities based on students' skills.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827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675860" y="-145774"/>
            <a:ext cx="8598141" cy="5300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627" y="1007165"/>
            <a:ext cx="5517886" cy="4823791"/>
          </a:xfrm>
        </p:spPr>
      </p:pic>
    </p:spTree>
    <p:extLst>
      <p:ext uri="{BB962C8B-B14F-4D97-AF65-F5344CB8AC3E}">
        <p14:creationId xmlns:p14="http://schemas.microsoft.com/office/powerpoint/2010/main" val="21402753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367</TotalTime>
  <Words>756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ROLEREADY</vt:lpstr>
      <vt:lpstr>Introduction of the project</vt:lpstr>
      <vt:lpstr>Problem Statement </vt:lpstr>
      <vt:lpstr> Objective</vt:lpstr>
      <vt:lpstr>System Overview</vt:lpstr>
      <vt:lpstr>Technologies and Tools</vt:lpstr>
      <vt:lpstr>              System Architecture</vt:lpstr>
      <vt:lpstr>             Work Flow of RoleReady</vt:lpstr>
      <vt:lpstr>PowerPoint Presentation</vt:lpstr>
      <vt:lpstr>                 User Interface</vt:lpstr>
      <vt:lpstr> Advantages</vt:lpstr>
      <vt:lpstr>Challenges Faced</vt:lpstr>
      <vt:lpstr>           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ROLEREADY</dc:title>
  <dc:creator>user</dc:creator>
  <cp:lastModifiedBy>user</cp:lastModifiedBy>
  <cp:revision>19</cp:revision>
  <dcterms:created xsi:type="dcterms:W3CDTF">2026-10-29T16:00:31Z</dcterms:created>
  <dcterms:modified xsi:type="dcterms:W3CDTF">2026-10-31T08:53:08Z</dcterms:modified>
</cp:coreProperties>
</file>